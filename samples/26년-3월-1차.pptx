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2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79E53-DE6F-46A7-8862-E2DF110ED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FF23F-15B7-4545-8B8D-1E18E450E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AF69A-F39F-43FD-B3C5-90172E79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A28ED-4F1F-490F-AF67-384E6437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72516-3FB9-4F69-8B6A-9DE43D6A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10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2B3A5-C8D5-4066-891C-B917F126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229B2-20C0-46AE-9946-F02B13DF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3C742-E6B9-4DA1-8F97-1B886B7E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FA556-D40B-4AA2-A789-68BD225F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F14CD-C2A9-4091-9325-5B000307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23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65E3-0EDF-4FC1-B241-BBBEA621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36B1F4-D7D6-40E9-9185-4916C07A8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000BB6-13A1-452C-A464-243A268F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19B17-75E6-4FF4-9102-D3083E27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C9E8D-EB37-463B-9A9F-671FB0F8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7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A75BF-564B-45AE-872B-64CB5425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E9EFA-9B2A-461B-844A-2037DED75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898098-E1F8-4DB2-888D-C01E260A0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7EBBD7-8FCB-4A0D-B050-F6BD4A22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488665-295B-440A-8C15-451D0B9A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AC4B21-4C97-47D7-A639-1CCC130C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75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F6B1-435B-446C-BC44-DDE6ACDCF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BFEFC-A0E6-410E-9B54-38D550BAF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42E86D-1BCA-486B-99F5-098C22108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9A63D7-CAB8-42D5-B9FC-45D1D09E1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7B6439-7C47-43C0-BBA1-ACF55172E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EDCF80-3B8B-43B9-A39C-08EA50BEB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42CBED-1051-4F32-960A-7626A573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4FCE40-B2F3-4745-B0CB-2914EE7F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81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CE3FD-9673-4658-BD57-B58E072E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0C2325-FF0B-431F-A429-3A07B011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E950B3-65D8-4DE4-8837-DF36E91B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8A53BC-AA18-44B3-A2C3-32D95D1D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825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9559AF-AAE4-405E-BA87-658FE453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C8C727-7B73-4EFD-9C3F-C7BA7C34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FE5584-CCFF-42CD-9EE4-0F73D606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49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3DD89-920A-42DD-8E0A-A299394C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D6E93-2515-4FC1-A5EB-1E671D6D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85AFB-9A19-46B6-912F-A558CBCB4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40F99E-3A58-4D60-B1B0-4C1E11BF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810B20-9CF1-42CA-A355-66ACE244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587BBE-B7C4-428F-83B9-D230263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68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3AD2C-1A3E-4E98-8961-C2B7B842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FF4BB6-DC2C-413E-9A8F-CE3964E27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145887-1362-4D5D-AAA7-E2C855737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0C0B5-4DEB-4C89-A4B2-694001A3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CD0EB7-1156-471D-A48F-79AF0389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F28B0B-5165-4778-84DE-C3AD32FE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03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EEA09-C20E-459E-A211-B346A59D8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447942-EA2A-407A-BFE0-864B72321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6CEB4D-A1C4-427C-B5DD-F3506EDB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102A6-C64F-43B8-80C1-7C710E33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B4AB35-5535-4AA3-8B85-3AD455E5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63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5D7D82-5BC4-4C35-A49B-9010FCC64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901729-814F-44A0-B4E2-8BA57460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E6DA4-2041-4D64-B363-A9E74DDB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F4D337-E082-482C-97F3-33ADB367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63408-AEA5-46E0-878F-7009A98E0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4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70B58E-3C74-4B06-BEBA-5655DF2D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D4E44-6F23-45E3-AD24-1102B632D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EBCB-AFB6-417C-8097-7AB17E6B9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D0D8-67CD-41A2-A006-C212343AA84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8D60B-E3BE-42DA-8077-4907D8906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F381B3-DD99-4C56-940E-F71217B4F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F9DD4-611C-4346-B870-F77A8E811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73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843F9D-5B78-4E35-A64F-1353D6C7DB5D}"/>
              </a:ext>
            </a:extLst>
          </p:cNvPr>
          <p:cNvSpPr txBox="1"/>
          <p:nvPr/>
        </p:nvSpPr>
        <p:spPr>
          <a:xfrm>
            <a:off x="-1441" y="2722"/>
            <a:ext cx="2040943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26</a:t>
            </a:r>
            <a:r>
              <a:rPr lang="ko-KR" altLang="en-US" sz="2400" dirty="0">
                <a:solidFill>
                  <a:schemeClr val="bg1"/>
                </a:solidFill>
              </a:rPr>
              <a:t>년</a:t>
            </a:r>
            <a:r>
              <a:rPr lang="en-US" altLang="ko-KR" sz="2400" dirty="0">
                <a:solidFill>
                  <a:schemeClr val="bg1"/>
                </a:solidFill>
              </a:rPr>
              <a:t>-3</a:t>
            </a:r>
            <a:r>
              <a:rPr lang="ko-KR" altLang="en-US" sz="2400" dirty="0">
                <a:solidFill>
                  <a:schemeClr val="bg1"/>
                </a:solidFill>
              </a:rPr>
              <a:t>월</a:t>
            </a:r>
            <a:r>
              <a:rPr lang="en-US" altLang="ko-KR" sz="2400" dirty="0">
                <a:solidFill>
                  <a:schemeClr val="bg1"/>
                </a:solidFill>
              </a:rPr>
              <a:t>-1</a:t>
            </a:r>
            <a:r>
              <a:rPr lang="ko-KR" altLang="en-US" sz="2400" dirty="0">
                <a:solidFill>
                  <a:schemeClr val="bg1"/>
                </a:solidFill>
              </a:rPr>
              <a:t>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D5A5F-80FD-41FC-8AB1-CE691B6170CC}"/>
              </a:ext>
            </a:extLst>
          </p:cNvPr>
          <p:cNvSpPr txBox="1"/>
          <p:nvPr/>
        </p:nvSpPr>
        <p:spPr>
          <a:xfrm>
            <a:off x="1545683" y="3659888"/>
            <a:ext cx="8750842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#1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PaC(1 um)/PTFE(20 nm)/Si wafer(4 inch), 5 </a:t>
            </a:r>
            <a:r>
              <a:rPr lang="en-US" altLang="ko-KR" dirty="0" err="1"/>
              <a:t>ea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err="1"/>
              <a:t>파인랩</a:t>
            </a:r>
            <a:r>
              <a:rPr lang="ko-KR" altLang="en-US" dirty="0"/>
              <a:t> 전달 </a:t>
            </a:r>
            <a:r>
              <a:rPr lang="en-US" altLang="ko-KR" dirty="0"/>
              <a:t>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/>
              <a:t>후 </a:t>
            </a:r>
            <a:r>
              <a:rPr lang="en-US" altLang="ko-KR" dirty="0"/>
              <a:t>QD </a:t>
            </a:r>
            <a:r>
              <a:rPr lang="en-US" altLang="ko-KR" dirty="0" err="1"/>
              <a:t>SpinCoting</a:t>
            </a:r>
            <a:r>
              <a:rPr lang="en-US" altLang="ko-KR" dirty="0"/>
              <a:t> </a:t>
            </a:r>
            <a:r>
              <a:rPr lang="ko-KR" altLang="en-US" dirty="0"/>
              <a:t>진행 후 고상 </a:t>
            </a:r>
            <a:r>
              <a:rPr lang="ko-KR" altLang="en-US" dirty="0" err="1"/>
              <a:t>리간드치환</a:t>
            </a:r>
            <a:r>
              <a:rPr lang="ko-KR" altLang="en-US" dirty="0"/>
              <a:t> 진행완료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err="1"/>
              <a:t>기계연</a:t>
            </a:r>
            <a:r>
              <a:rPr lang="ko-KR" altLang="en-US" dirty="0"/>
              <a:t> 전달 </a:t>
            </a:r>
            <a:r>
              <a:rPr lang="en-US" altLang="ko-KR" dirty="0"/>
              <a:t>(</a:t>
            </a:r>
            <a:r>
              <a:rPr lang="ko-KR" altLang="en-US" dirty="0"/>
              <a:t>예정</a:t>
            </a:r>
            <a:r>
              <a:rPr lang="en-US" altLang="ko-KR" dirty="0"/>
              <a:t>)_ (</a:t>
            </a:r>
            <a:r>
              <a:rPr lang="ko-KR" altLang="en-US" dirty="0"/>
              <a:t>총 </a:t>
            </a:r>
            <a:r>
              <a:rPr lang="en-US" altLang="ko-KR" dirty="0"/>
              <a:t>5ea</a:t>
            </a:r>
            <a:r>
              <a:rPr lang="ko-KR" altLang="en-US" dirty="0"/>
              <a:t>중 </a:t>
            </a:r>
            <a:r>
              <a:rPr lang="en-US" altLang="ko-KR" dirty="0"/>
              <a:t>1ea</a:t>
            </a:r>
            <a:r>
              <a:rPr lang="ko-KR" altLang="en-US" dirty="0"/>
              <a:t>파손 </a:t>
            </a:r>
            <a:r>
              <a:rPr lang="en-US" altLang="ko-KR" dirty="0"/>
              <a:t>4ea</a:t>
            </a:r>
            <a:r>
              <a:rPr lang="ko-KR" altLang="en-US" dirty="0"/>
              <a:t> 전달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9581B9-9E26-8B64-0CF8-E0689E65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83" y="969512"/>
            <a:ext cx="3819525" cy="245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3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jeonsw@kimm.re.kr</dc:creator>
  <cp:lastModifiedBy>차영준</cp:lastModifiedBy>
  <cp:revision>11</cp:revision>
  <dcterms:created xsi:type="dcterms:W3CDTF">2026-03-17T00:53:25Z</dcterms:created>
  <dcterms:modified xsi:type="dcterms:W3CDTF">2026-03-24T07:33:19Z</dcterms:modified>
</cp:coreProperties>
</file>